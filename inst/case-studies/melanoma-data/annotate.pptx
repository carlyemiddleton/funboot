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8" r:id="rId1"/>
  </p:sldMasterIdLst>
  <p:sldIdLst>
    <p:sldId id="256" r:id="rId2"/>
  </p:sldIdLst>
  <p:sldSz cx="10058400" cy="64008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7" d="100"/>
          <a:sy n="97" d="100"/>
        </p:scale>
        <p:origin x="749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57300" y="1047539"/>
            <a:ext cx="7543800" cy="2228427"/>
          </a:xfrm>
        </p:spPr>
        <p:txBody>
          <a:bodyPr anchor="b"/>
          <a:lstStyle>
            <a:lvl1pPr algn="ctr">
              <a:defRPr sz="49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57300" y="3361902"/>
            <a:ext cx="7543800" cy="1545378"/>
          </a:xfrm>
        </p:spPr>
        <p:txBody>
          <a:bodyPr/>
          <a:lstStyle>
            <a:lvl1pPr marL="0" indent="0" algn="ctr">
              <a:buNone/>
              <a:defRPr sz="1980"/>
            </a:lvl1pPr>
            <a:lvl2pPr marL="377190" indent="0" algn="ctr">
              <a:buNone/>
              <a:defRPr sz="1650"/>
            </a:lvl2pPr>
            <a:lvl3pPr marL="754380" indent="0" algn="ctr">
              <a:buNone/>
              <a:defRPr sz="1485"/>
            </a:lvl3pPr>
            <a:lvl4pPr marL="1131570" indent="0" algn="ctr">
              <a:buNone/>
              <a:defRPr sz="1320"/>
            </a:lvl4pPr>
            <a:lvl5pPr marL="1508760" indent="0" algn="ctr">
              <a:buNone/>
              <a:defRPr sz="1320"/>
            </a:lvl5pPr>
            <a:lvl6pPr marL="1885950" indent="0" algn="ctr">
              <a:buNone/>
              <a:defRPr sz="1320"/>
            </a:lvl6pPr>
            <a:lvl7pPr marL="2263140" indent="0" algn="ctr">
              <a:buNone/>
              <a:defRPr sz="1320"/>
            </a:lvl7pPr>
            <a:lvl8pPr marL="2640330" indent="0" algn="ctr">
              <a:buNone/>
              <a:defRPr sz="1320"/>
            </a:lvl8pPr>
            <a:lvl9pPr marL="3017520" indent="0" algn="ctr">
              <a:buNone/>
              <a:defRPr sz="13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6E356-BA57-4FD4-A615-821C48ECCF5A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64CA8-1684-4E85-81F3-F970039A9D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4340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6E356-BA57-4FD4-A615-821C48ECCF5A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64CA8-1684-4E85-81F3-F970039A9D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6837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276" y="1595756"/>
            <a:ext cx="8675370" cy="2662555"/>
          </a:xfrm>
        </p:spPr>
        <p:txBody>
          <a:bodyPr anchor="b"/>
          <a:lstStyle>
            <a:lvl1pPr>
              <a:defRPr sz="49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6276" y="4283499"/>
            <a:ext cx="8675370" cy="1400175"/>
          </a:xfrm>
        </p:spPr>
        <p:txBody>
          <a:bodyPr/>
          <a:lstStyle>
            <a:lvl1pPr marL="0" indent="0">
              <a:buNone/>
              <a:defRPr sz="1980">
                <a:solidFill>
                  <a:schemeClr val="tx1">
                    <a:tint val="82000"/>
                  </a:schemeClr>
                </a:solidFill>
              </a:defRPr>
            </a:lvl1pPr>
            <a:lvl2pPr marL="377190" indent="0">
              <a:buNone/>
              <a:defRPr sz="1650">
                <a:solidFill>
                  <a:schemeClr val="tx1">
                    <a:tint val="82000"/>
                  </a:schemeClr>
                </a:solidFill>
              </a:defRPr>
            </a:lvl2pPr>
            <a:lvl3pPr marL="754380" indent="0">
              <a:buNone/>
              <a:defRPr sz="1485">
                <a:solidFill>
                  <a:schemeClr val="tx1">
                    <a:tint val="82000"/>
                  </a:schemeClr>
                </a:solidFill>
              </a:defRPr>
            </a:lvl3pPr>
            <a:lvl4pPr marL="1131570" indent="0">
              <a:buNone/>
              <a:defRPr sz="1320">
                <a:solidFill>
                  <a:schemeClr val="tx1">
                    <a:tint val="82000"/>
                  </a:schemeClr>
                </a:solidFill>
              </a:defRPr>
            </a:lvl4pPr>
            <a:lvl5pPr marL="1508760" indent="0">
              <a:buNone/>
              <a:defRPr sz="1320">
                <a:solidFill>
                  <a:schemeClr val="tx1">
                    <a:tint val="82000"/>
                  </a:schemeClr>
                </a:solidFill>
              </a:defRPr>
            </a:lvl5pPr>
            <a:lvl6pPr marL="1885950" indent="0">
              <a:buNone/>
              <a:defRPr sz="1320">
                <a:solidFill>
                  <a:schemeClr val="tx1">
                    <a:tint val="82000"/>
                  </a:schemeClr>
                </a:solidFill>
              </a:defRPr>
            </a:lvl6pPr>
            <a:lvl7pPr marL="2263140" indent="0">
              <a:buNone/>
              <a:defRPr sz="1320">
                <a:solidFill>
                  <a:schemeClr val="tx1">
                    <a:tint val="82000"/>
                  </a:schemeClr>
                </a:solidFill>
              </a:defRPr>
            </a:lvl7pPr>
            <a:lvl8pPr marL="2640330" indent="0">
              <a:buNone/>
              <a:defRPr sz="1320">
                <a:solidFill>
                  <a:schemeClr val="tx1">
                    <a:tint val="82000"/>
                  </a:schemeClr>
                </a:solidFill>
              </a:defRPr>
            </a:lvl8pPr>
            <a:lvl9pPr marL="3017520" indent="0">
              <a:buNone/>
              <a:defRPr sz="132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6E356-BA57-4FD4-A615-821C48ECCF5A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64CA8-1684-4E85-81F3-F970039A9D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8747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1515" y="1703917"/>
            <a:ext cx="4274820" cy="40612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2065" y="1703917"/>
            <a:ext cx="4274820" cy="40612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6E356-BA57-4FD4-A615-821C48ECCF5A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64CA8-1684-4E85-81F3-F970039A9D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0411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340784"/>
            <a:ext cx="8675370" cy="12371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2826" y="1569085"/>
            <a:ext cx="4255174" cy="768985"/>
          </a:xfrm>
        </p:spPr>
        <p:txBody>
          <a:bodyPr anchor="b"/>
          <a:lstStyle>
            <a:lvl1pPr marL="0" indent="0">
              <a:buNone/>
              <a:defRPr sz="1980" b="1"/>
            </a:lvl1pPr>
            <a:lvl2pPr marL="377190" indent="0">
              <a:buNone/>
              <a:defRPr sz="1650" b="1"/>
            </a:lvl2pPr>
            <a:lvl3pPr marL="754380" indent="0">
              <a:buNone/>
              <a:defRPr sz="1485" b="1"/>
            </a:lvl3pPr>
            <a:lvl4pPr marL="1131570" indent="0">
              <a:buNone/>
              <a:defRPr sz="1320" b="1"/>
            </a:lvl4pPr>
            <a:lvl5pPr marL="1508760" indent="0">
              <a:buNone/>
              <a:defRPr sz="1320" b="1"/>
            </a:lvl5pPr>
            <a:lvl6pPr marL="1885950" indent="0">
              <a:buNone/>
              <a:defRPr sz="1320" b="1"/>
            </a:lvl6pPr>
            <a:lvl7pPr marL="2263140" indent="0">
              <a:buNone/>
              <a:defRPr sz="1320" b="1"/>
            </a:lvl7pPr>
            <a:lvl8pPr marL="2640330" indent="0">
              <a:buNone/>
              <a:defRPr sz="1320" b="1"/>
            </a:lvl8pPr>
            <a:lvl9pPr marL="3017520" indent="0">
              <a:buNone/>
              <a:defRPr sz="13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2826" y="2338070"/>
            <a:ext cx="4255174" cy="34389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2065" y="1569085"/>
            <a:ext cx="4276130" cy="768985"/>
          </a:xfrm>
        </p:spPr>
        <p:txBody>
          <a:bodyPr anchor="b"/>
          <a:lstStyle>
            <a:lvl1pPr marL="0" indent="0">
              <a:buNone/>
              <a:defRPr sz="1980" b="1"/>
            </a:lvl1pPr>
            <a:lvl2pPr marL="377190" indent="0">
              <a:buNone/>
              <a:defRPr sz="1650" b="1"/>
            </a:lvl2pPr>
            <a:lvl3pPr marL="754380" indent="0">
              <a:buNone/>
              <a:defRPr sz="1485" b="1"/>
            </a:lvl3pPr>
            <a:lvl4pPr marL="1131570" indent="0">
              <a:buNone/>
              <a:defRPr sz="1320" b="1"/>
            </a:lvl4pPr>
            <a:lvl5pPr marL="1508760" indent="0">
              <a:buNone/>
              <a:defRPr sz="1320" b="1"/>
            </a:lvl5pPr>
            <a:lvl6pPr marL="1885950" indent="0">
              <a:buNone/>
              <a:defRPr sz="1320" b="1"/>
            </a:lvl6pPr>
            <a:lvl7pPr marL="2263140" indent="0">
              <a:buNone/>
              <a:defRPr sz="1320" b="1"/>
            </a:lvl7pPr>
            <a:lvl8pPr marL="2640330" indent="0">
              <a:buNone/>
              <a:defRPr sz="1320" b="1"/>
            </a:lvl8pPr>
            <a:lvl9pPr marL="3017520" indent="0">
              <a:buNone/>
              <a:defRPr sz="13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2065" y="2338070"/>
            <a:ext cx="4276130" cy="34389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6E356-BA57-4FD4-A615-821C48ECCF5A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64CA8-1684-4E85-81F3-F970039A9D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8945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6E356-BA57-4FD4-A615-821C48ECCF5A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64CA8-1684-4E85-81F3-F970039A9D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6091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6E356-BA57-4FD4-A615-821C48ECCF5A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64CA8-1684-4E85-81F3-F970039A9D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4691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426720"/>
            <a:ext cx="3244096" cy="1493520"/>
          </a:xfrm>
        </p:spPr>
        <p:txBody>
          <a:bodyPr anchor="b"/>
          <a:lstStyle>
            <a:lvl1pPr>
              <a:defRPr sz="26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76130" y="921597"/>
            <a:ext cx="5092065" cy="4548717"/>
          </a:xfrm>
        </p:spPr>
        <p:txBody>
          <a:bodyPr/>
          <a:lstStyle>
            <a:lvl1pPr>
              <a:defRPr sz="2640"/>
            </a:lvl1pPr>
            <a:lvl2pPr>
              <a:defRPr sz="2310"/>
            </a:lvl2pPr>
            <a:lvl3pPr>
              <a:defRPr sz="1980"/>
            </a:lvl3pPr>
            <a:lvl4pPr>
              <a:defRPr sz="1650"/>
            </a:lvl4pPr>
            <a:lvl5pPr>
              <a:defRPr sz="1650"/>
            </a:lvl5pPr>
            <a:lvl6pPr>
              <a:defRPr sz="1650"/>
            </a:lvl6pPr>
            <a:lvl7pPr>
              <a:defRPr sz="1650"/>
            </a:lvl7pPr>
            <a:lvl8pPr>
              <a:defRPr sz="1650"/>
            </a:lvl8pPr>
            <a:lvl9pPr>
              <a:defRPr sz="16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1920240"/>
            <a:ext cx="3244096" cy="3557482"/>
          </a:xfrm>
        </p:spPr>
        <p:txBody>
          <a:bodyPr/>
          <a:lstStyle>
            <a:lvl1pPr marL="0" indent="0">
              <a:buNone/>
              <a:defRPr sz="1320"/>
            </a:lvl1pPr>
            <a:lvl2pPr marL="377190" indent="0">
              <a:buNone/>
              <a:defRPr sz="1155"/>
            </a:lvl2pPr>
            <a:lvl3pPr marL="754380" indent="0">
              <a:buNone/>
              <a:defRPr sz="990"/>
            </a:lvl3pPr>
            <a:lvl4pPr marL="1131570" indent="0">
              <a:buNone/>
              <a:defRPr sz="825"/>
            </a:lvl4pPr>
            <a:lvl5pPr marL="1508760" indent="0">
              <a:buNone/>
              <a:defRPr sz="825"/>
            </a:lvl5pPr>
            <a:lvl6pPr marL="1885950" indent="0">
              <a:buNone/>
              <a:defRPr sz="825"/>
            </a:lvl6pPr>
            <a:lvl7pPr marL="2263140" indent="0">
              <a:buNone/>
              <a:defRPr sz="825"/>
            </a:lvl7pPr>
            <a:lvl8pPr marL="2640330" indent="0">
              <a:buNone/>
              <a:defRPr sz="825"/>
            </a:lvl8pPr>
            <a:lvl9pPr marL="3017520" indent="0">
              <a:buNone/>
              <a:defRPr sz="8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6E356-BA57-4FD4-A615-821C48ECCF5A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64CA8-1684-4E85-81F3-F970039A9D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8464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426720"/>
            <a:ext cx="3244096" cy="1493520"/>
          </a:xfrm>
        </p:spPr>
        <p:txBody>
          <a:bodyPr anchor="b"/>
          <a:lstStyle>
            <a:lvl1pPr>
              <a:defRPr sz="26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76130" y="921597"/>
            <a:ext cx="5092065" cy="4548717"/>
          </a:xfrm>
        </p:spPr>
        <p:txBody>
          <a:bodyPr anchor="t"/>
          <a:lstStyle>
            <a:lvl1pPr marL="0" indent="0">
              <a:buNone/>
              <a:defRPr sz="2640"/>
            </a:lvl1pPr>
            <a:lvl2pPr marL="377190" indent="0">
              <a:buNone/>
              <a:defRPr sz="2310"/>
            </a:lvl2pPr>
            <a:lvl3pPr marL="754380" indent="0">
              <a:buNone/>
              <a:defRPr sz="1980"/>
            </a:lvl3pPr>
            <a:lvl4pPr marL="1131570" indent="0">
              <a:buNone/>
              <a:defRPr sz="1650"/>
            </a:lvl4pPr>
            <a:lvl5pPr marL="1508760" indent="0">
              <a:buNone/>
              <a:defRPr sz="1650"/>
            </a:lvl5pPr>
            <a:lvl6pPr marL="1885950" indent="0">
              <a:buNone/>
              <a:defRPr sz="1650"/>
            </a:lvl6pPr>
            <a:lvl7pPr marL="2263140" indent="0">
              <a:buNone/>
              <a:defRPr sz="1650"/>
            </a:lvl7pPr>
            <a:lvl8pPr marL="2640330" indent="0">
              <a:buNone/>
              <a:defRPr sz="1650"/>
            </a:lvl8pPr>
            <a:lvl9pPr marL="3017520" indent="0">
              <a:buNone/>
              <a:defRPr sz="165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1920240"/>
            <a:ext cx="3244096" cy="3557482"/>
          </a:xfrm>
        </p:spPr>
        <p:txBody>
          <a:bodyPr/>
          <a:lstStyle>
            <a:lvl1pPr marL="0" indent="0">
              <a:buNone/>
              <a:defRPr sz="1320"/>
            </a:lvl1pPr>
            <a:lvl2pPr marL="377190" indent="0">
              <a:buNone/>
              <a:defRPr sz="1155"/>
            </a:lvl2pPr>
            <a:lvl3pPr marL="754380" indent="0">
              <a:buNone/>
              <a:defRPr sz="990"/>
            </a:lvl3pPr>
            <a:lvl4pPr marL="1131570" indent="0">
              <a:buNone/>
              <a:defRPr sz="825"/>
            </a:lvl4pPr>
            <a:lvl5pPr marL="1508760" indent="0">
              <a:buNone/>
              <a:defRPr sz="825"/>
            </a:lvl5pPr>
            <a:lvl6pPr marL="1885950" indent="0">
              <a:buNone/>
              <a:defRPr sz="825"/>
            </a:lvl6pPr>
            <a:lvl7pPr marL="2263140" indent="0">
              <a:buNone/>
              <a:defRPr sz="825"/>
            </a:lvl7pPr>
            <a:lvl8pPr marL="2640330" indent="0">
              <a:buNone/>
              <a:defRPr sz="825"/>
            </a:lvl8pPr>
            <a:lvl9pPr marL="3017520" indent="0">
              <a:buNone/>
              <a:defRPr sz="8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6E356-BA57-4FD4-A615-821C48ECCF5A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64CA8-1684-4E85-81F3-F970039A9D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549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6E356-BA57-4FD4-A615-821C48ECCF5A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64CA8-1684-4E85-81F3-F970039A9D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567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98042" y="340783"/>
            <a:ext cx="2168843" cy="542438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91515" y="340783"/>
            <a:ext cx="6380798" cy="542438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6E356-BA57-4FD4-A615-821C48ECCF5A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64CA8-1684-4E85-81F3-F970039A9D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266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1515" y="340784"/>
            <a:ext cx="8675370" cy="12371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1515" y="1703917"/>
            <a:ext cx="8675370" cy="40612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1515" y="5932594"/>
            <a:ext cx="2263140" cy="3407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96E356-BA57-4FD4-A615-821C48ECCF5A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31845" y="5932594"/>
            <a:ext cx="3394710" cy="3407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03745" y="5932594"/>
            <a:ext cx="2263140" cy="3407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664CA8-1684-4E85-81F3-F970039A9D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1500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txStyles>
    <p:titleStyle>
      <a:lvl1pPr algn="l" defTabSz="754380" rtl="0" eaLnBrk="1" latinLnBrk="0" hangingPunct="1">
        <a:lnSpc>
          <a:spcPct val="90000"/>
        </a:lnSpc>
        <a:spcBef>
          <a:spcPct val="0"/>
        </a:spcBef>
        <a:buNone/>
        <a:defRPr sz="363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8595" indent="-188595" algn="l" defTabSz="754380" rtl="0" eaLnBrk="1" latinLnBrk="0" hangingPunct="1">
        <a:lnSpc>
          <a:spcPct val="90000"/>
        </a:lnSpc>
        <a:spcBef>
          <a:spcPts val="825"/>
        </a:spcBef>
        <a:buFont typeface="Arial" panose="020B0604020202020204" pitchFamily="34" charset="0"/>
        <a:buChar char="•"/>
        <a:defRPr sz="2310" kern="1200">
          <a:solidFill>
            <a:schemeClr val="tx1"/>
          </a:solidFill>
          <a:latin typeface="+mn-lt"/>
          <a:ea typeface="+mn-ea"/>
          <a:cs typeface="+mn-cs"/>
        </a:defRPr>
      </a:lvl1pPr>
      <a:lvl2pPr marL="56578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2pPr>
      <a:lvl3pPr marL="94297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650" kern="1200">
          <a:solidFill>
            <a:schemeClr val="tx1"/>
          </a:solidFill>
          <a:latin typeface="+mn-lt"/>
          <a:ea typeface="+mn-ea"/>
          <a:cs typeface="+mn-cs"/>
        </a:defRPr>
      </a:lvl3pPr>
      <a:lvl4pPr marL="132016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4pPr>
      <a:lvl5pPr marL="169735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5pPr>
      <a:lvl6pPr marL="207454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6pPr>
      <a:lvl7pPr marL="245173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7pPr>
      <a:lvl8pPr marL="282892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8pPr>
      <a:lvl9pPr marL="320611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1pPr>
      <a:lvl2pPr marL="37719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2pPr>
      <a:lvl3pPr marL="75438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3pPr>
      <a:lvl4pPr marL="113157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4pPr>
      <a:lvl5pPr marL="150876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6pPr>
      <a:lvl7pPr marL="226314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7pPr>
      <a:lvl8pPr marL="264033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8pPr>
      <a:lvl9pPr marL="301752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7759A0BD-F3A6-E195-F0E0-9F3C47EB3E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449" y="0"/>
            <a:ext cx="9144000" cy="1918322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1BA9C899-0279-A35D-044E-6A18069DD1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449" y="2034931"/>
            <a:ext cx="9144000" cy="1918322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D5F425C2-9A06-8312-9124-C636D0D36F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" y="4023360"/>
            <a:ext cx="9144000" cy="2377440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594ACC89-967E-A84A-5781-4ED46D62B30A}"/>
              </a:ext>
            </a:extLst>
          </p:cNvPr>
          <p:cNvSpPr txBox="1"/>
          <p:nvPr/>
        </p:nvSpPr>
        <p:spPr>
          <a:xfrm>
            <a:off x="8729" y="0"/>
            <a:ext cx="351378" cy="2639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15" dirty="0"/>
              <a:t>A.)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BC05FA5-C22A-6A6D-5032-F6DDEDE6CA88}"/>
              </a:ext>
            </a:extLst>
          </p:cNvPr>
          <p:cNvSpPr txBox="1"/>
          <p:nvPr/>
        </p:nvSpPr>
        <p:spPr>
          <a:xfrm>
            <a:off x="35521" y="2034931"/>
            <a:ext cx="352982" cy="2639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15" dirty="0"/>
              <a:t>B.)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EB6D8E7-64AD-4B44-5B86-35CC002F4516}"/>
              </a:ext>
            </a:extLst>
          </p:cNvPr>
          <p:cNvSpPr txBox="1"/>
          <p:nvPr/>
        </p:nvSpPr>
        <p:spPr>
          <a:xfrm>
            <a:off x="241948" y="4079657"/>
            <a:ext cx="365806" cy="2639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15" dirty="0"/>
              <a:t>C.)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6C5A257-FD9E-4DC1-6620-0390E93A3104}"/>
              </a:ext>
            </a:extLst>
          </p:cNvPr>
          <p:cNvSpPr txBox="1"/>
          <p:nvPr/>
        </p:nvSpPr>
        <p:spPr>
          <a:xfrm>
            <a:off x="5557424" y="4079657"/>
            <a:ext cx="364203" cy="2639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15" dirty="0"/>
              <a:t>D.)</a:t>
            </a: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E6C1F20E-C091-5121-A93D-04717E65DF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7306" y="15050"/>
            <a:ext cx="9153143" cy="1920240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D5A0C3DD-2ADE-BBCF-B50B-23EE4B0500C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0107" y="2034931"/>
            <a:ext cx="9153143" cy="1920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27272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1206</TotalTime>
  <Words>8</Words>
  <Application>Microsoft Office PowerPoint</Application>
  <PresentationFormat>Custom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Carly Middleton</dc:creator>
  <cp:lastModifiedBy>Carly Middleton</cp:lastModifiedBy>
  <cp:revision>10</cp:revision>
  <dcterms:created xsi:type="dcterms:W3CDTF">2026-03-20T21:37:18Z</dcterms:created>
  <dcterms:modified xsi:type="dcterms:W3CDTF">2026-04-10T18:57:07Z</dcterms:modified>
</cp:coreProperties>
</file>