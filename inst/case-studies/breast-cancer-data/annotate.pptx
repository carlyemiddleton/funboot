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100584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7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047539"/>
            <a:ext cx="7543800" cy="222842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361902"/>
            <a:ext cx="7543800" cy="1545378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3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8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1595756"/>
            <a:ext cx="8675370" cy="2662555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4283499"/>
            <a:ext cx="8675370" cy="1400175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82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7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703917"/>
            <a:ext cx="427482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703917"/>
            <a:ext cx="427482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4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40784"/>
            <a:ext cx="867537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569085"/>
            <a:ext cx="4255174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338070"/>
            <a:ext cx="425517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5" y="1569085"/>
            <a:ext cx="4276130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5" y="2338070"/>
            <a:ext cx="427613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0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6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26720"/>
            <a:ext cx="3244096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921597"/>
            <a:ext cx="5092065" cy="4548717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1920240"/>
            <a:ext cx="3244096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4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26720"/>
            <a:ext cx="3244096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921597"/>
            <a:ext cx="5092065" cy="4548717"/>
          </a:xfrm>
        </p:spPr>
        <p:txBody>
          <a:bodyPr anchor="t"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1920240"/>
            <a:ext cx="3244096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2" y="340783"/>
            <a:ext cx="2168843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40783"/>
            <a:ext cx="6380798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6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40784"/>
            <a:ext cx="867537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703917"/>
            <a:ext cx="867537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5932594"/>
            <a:ext cx="226314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6E356-BA57-4FD4-A615-821C48ECCF5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5932594"/>
            <a:ext cx="339471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5932594"/>
            <a:ext cx="226314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64CA8-1684-4E85-81F3-F970039A9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5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759A0BD-F3A6-E195-F0E0-9F3C47EB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49" y="0"/>
            <a:ext cx="9144000" cy="19183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BA9C899-0279-A35D-044E-6A18069DD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49" y="2034931"/>
            <a:ext cx="9144000" cy="191832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5F425C2-9A06-8312-9124-C636D0D36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023360"/>
            <a:ext cx="9144000" cy="23774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94ACC89-967E-A84A-5781-4ED46D62B30A}"/>
              </a:ext>
            </a:extLst>
          </p:cNvPr>
          <p:cNvSpPr txBox="1"/>
          <p:nvPr/>
        </p:nvSpPr>
        <p:spPr>
          <a:xfrm>
            <a:off x="8729" y="0"/>
            <a:ext cx="351378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A.)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C05FA5-C22A-6A6D-5032-F6DDEDE6CA88}"/>
              </a:ext>
            </a:extLst>
          </p:cNvPr>
          <p:cNvSpPr txBox="1"/>
          <p:nvPr/>
        </p:nvSpPr>
        <p:spPr>
          <a:xfrm>
            <a:off x="35521" y="2034931"/>
            <a:ext cx="352982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B.)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B6D8E7-64AD-4B44-5B86-35CC002F4516}"/>
              </a:ext>
            </a:extLst>
          </p:cNvPr>
          <p:cNvSpPr txBox="1"/>
          <p:nvPr/>
        </p:nvSpPr>
        <p:spPr>
          <a:xfrm>
            <a:off x="241948" y="4079657"/>
            <a:ext cx="365806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C.)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C5A257-FD9E-4DC1-6620-0390E93A3104}"/>
              </a:ext>
            </a:extLst>
          </p:cNvPr>
          <p:cNvSpPr txBox="1"/>
          <p:nvPr/>
        </p:nvSpPr>
        <p:spPr>
          <a:xfrm>
            <a:off x="5557424" y="4079657"/>
            <a:ext cx="364203" cy="263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15" dirty="0"/>
              <a:t>D.)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6C1F20E-C091-5121-A93D-04717E65D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06" y="15050"/>
            <a:ext cx="9153143" cy="19202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5A0C3DD-2ADE-BBCF-B50B-23EE4B050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107" y="2034931"/>
            <a:ext cx="9153143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2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8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Carly Middleton</dc:creator>
  <cp:lastModifiedBy>Carly Middleton</cp:lastModifiedBy>
  <cp:revision>10</cp:revision>
  <dcterms:created xsi:type="dcterms:W3CDTF">2026-03-20T21:37:18Z</dcterms:created>
  <dcterms:modified xsi:type="dcterms:W3CDTF">2026-04-10T01:05:32Z</dcterms:modified>
</cp:coreProperties>
</file>