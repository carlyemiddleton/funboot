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sldIdLst>
    <p:sldId id="256" r:id="rId2"/>
  </p:sldIdLst>
  <p:sldSz cx="9144000" cy="5257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45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60478"/>
            <a:ext cx="6858000" cy="1830493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61562"/>
            <a:ext cx="6858000" cy="1269418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6E356-BA57-4FD4-A615-821C48ECCF5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4CA8-1684-4E85-81F3-F970039A9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872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6E356-BA57-4FD4-A615-821C48ECCF5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4CA8-1684-4E85-81F3-F970039A9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833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310800"/>
            <a:ext cx="7886700" cy="2187098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518589"/>
            <a:ext cx="7886700" cy="1150143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6E356-BA57-4FD4-A615-821C48ECCF5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4CA8-1684-4E85-81F3-F970039A9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587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99646"/>
            <a:ext cx="3886200" cy="33360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99646"/>
            <a:ext cx="3886200" cy="33360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6E356-BA57-4FD4-A615-821C48ECCF5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4CA8-1684-4E85-81F3-F970039A9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275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9930"/>
            <a:ext cx="7886700" cy="10162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88892"/>
            <a:ext cx="3868340" cy="63166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920557"/>
            <a:ext cx="3868340" cy="2824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88892"/>
            <a:ext cx="3887391" cy="63166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920557"/>
            <a:ext cx="3887391" cy="2824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6E356-BA57-4FD4-A615-821C48ECCF5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4CA8-1684-4E85-81F3-F970039A9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664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6E356-BA57-4FD4-A615-821C48ECCF5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4CA8-1684-4E85-81F3-F970039A9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61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6E356-BA57-4FD4-A615-821C48ECCF5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4CA8-1684-4E85-81F3-F970039A9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108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50520"/>
            <a:ext cx="2949178" cy="122682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57026"/>
            <a:ext cx="4629150" cy="3736446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77340"/>
            <a:ext cx="2949178" cy="29222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6E356-BA57-4FD4-A615-821C48ECCF5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4CA8-1684-4E85-81F3-F970039A9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088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50520"/>
            <a:ext cx="2949178" cy="122682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57026"/>
            <a:ext cx="4629150" cy="3736446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77340"/>
            <a:ext cx="2949178" cy="29222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6E356-BA57-4FD4-A615-821C48ECCF5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4CA8-1684-4E85-81F3-F970039A9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11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6E356-BA57-4FD4-A615-821C48ECCF5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4CA8-1684-4E85-81F3-F970039A9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723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9929"/>
            <a:ext cx="1971675" cy="44557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9929"/>
            <a:ext cx="5800725" cy="44557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6E356-BA57-4FD4-A615-821C48ECCF5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4CA8-1684-4E85-81F3-F970039A9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186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9930"/>
            <a:ext cx="7886700" cy="10162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99646"/>
            <a:ext cx="7886700" cy="33360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873202"/>
            <a:ext cx="2057400" cy="2799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96E356-BA57-4FD4-A615-821C48ECCF5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873202"/>
            <a:ext cx="3086100" cy="2799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873202"/>
            <a:ext cx="2057400" cy="2799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64CA8-1684-4E85-81F3-F970039A9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1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4135EA8-A78B-C982-FC7F-5CB2B9822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074" y="3294955"/>
            <a:ext cx="7713617" cy="192840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22CA45C-B776-6CC8-AECC-7C8134D65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458" y="48987"/>
            <a:ext cx="3608615" cy="31840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97D4048-0C1A-A832-8984-4A9C5F9769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122" y="48987"/>
            <a:ext cx="3608615" cy="31840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602C37D-B711-C4C8-A889-A8B87FE5A65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0684" t="33033" b="32249"/>
          <a:stretch>
            <a:fillRect/>
          </a:stretch>
        </p:blipFill>
        <p:spPr>
          <a:xfrm>
            <a:off x="3999885" y="1149217"/>
            <a:ext cx="697052" cy="1105416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FB29CA1-9CD3-3BCC-5322-4815CDA3BA34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5123073" y="394529"/>
            <a:ext cx="865840" cy="1522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F87AB8F-6372-DCF0-C832-E9BE17E35ED3}"/>
              </a:ext>
            </a:extLst>
          </p:cNvPr>
          <p:cNvSpPr txBox="1"/>
          <p:nvPr/>
        </p:nvSpPr>
        <p:spPr>
          <a:xfrm>
            <a:off x="3221755" y="620157"/>
            <a:ext cx="2254143" cy="4355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15" dirty="0"/>
              <a:t>A, B colocalized in tumor</a:t>
            </a:r>
          </a:p>
          <a:p>
            <a:r>
              <a:rPr lang="en-US" sz="1115" dirty="0"/>
              <a:t>(disc kernel radius = </a:t>
            </a:r>
            <a:r>
              <a:rPr lang="el-GR" sz="1115" dirty="0"/>
              <a:t>σ</a:t>
            </a:r>
            <a:r>
              <a:rPr lang="en-US" sz="1115" baseline="-25000" dirty="0"/>
              <a:t>B</a:t>
            </a:r>
            <a:r>
              <a:rPr lang="en-US" sz="1115" dirty="0"/>
              <a:t> or </a:t>
            </a:r>
            <a:r>
              <a:rPr lang="el-GR" sz="1115" dirty="0"/>
              <a:t>σ</a:t>
            </a:r>
            <a:r>
              <a:rPr lang="en-US" sz="1115" baseline="-25000" dirty="0"/>
              <a:t>B</a:t>
            </a:r>
            <a:r>
              <a:rPr lang="en-US" sz="1115" dirty="0"/>
              <a:t> + </a:t>
            </a:r>
            <a:r>
              <a:rPr lang="el-GR" sz="1115" dirty="0"/>
              <a:t>δ</a:t>
            </a:r>
            <a:r>
              <a:rPr lang="en-US" sz="1115" baseline="-25000" dirty="0"/>
              <a:t>B</a:t>
            </a:r>
            <a:r>
              <a:rPr lang="en-US" sz="1115" dirty="0"/>
              <a:t> 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4EF122-6E22-3CF1-E4A0-EBE2478F4B4A}"/>
              </a:ext>
            </a:extLst>
          </p:cNvPr>
          <p:cNvSpPr/>
          <p:nvPr/>
        </p:nvSpPr>
        <p:spPr>
          <a:xfrm>
            <a:off x="1198856" y="1159685"/>
            <a:ext cx="1140343" cy="1633997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54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F1F6CE-AE5A-447C-691E-DB1ACBADB963}"/>
              </a:ext>
            </a:extLst>
          </p:cNvPr>
          <p:cNvSpPr/>
          <p:nvPr/>
        </p:nvSpPr>
        <p:spPr>
          <a:xfrm>
            <a:off x="6426679" y="1159687"/>
            <a:ext cx="1392107" cy="1234136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54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5F035A-68F9-FC9B-D36A-815F9F50274A}"/>
              </a:ext>
            </a:extLst>
          </p:cNvPr>
          <p:cNvSpPr txBox="1"/>
          <p:nvPr/>
        </p:nvSpPr>
        <p:spPr>
          <a:xfrm>
            <a:off x="3577457" y="262570"/>
            <a:ext cx="1545616" cy="2639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15" dirty="0"/>
              <a:t>A, B random in stroma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168BF4-8BC2-9CAB-F73D-06DC1BF4CE41}"/>
              </a:ext>
            </a:extLst>
          </p:cNvPr>
          <p:cNvSpPr txBox="1"/>
          <p:nvPr/>
        </p:nvSpPr>
        <p:spPr>
          <a:xfrm>
            <a:off x="3537995" y="2376441"/>
            <a:ext cx="1689885" cy="4355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15" dirty="0"/>
              <a:t>A, T colocalized in tumor</a:t>
            </a:r>
          </a:p>
          <a:p>
            <a:pPr algn="ctr"/>
            <a:r>
              <a:rPr lang="en-US" sz="1115" dirty="0"/>
              <a:t>(disc kernel radius = </a:t>
            </a:r>
            <a:r>
              <a:rPr lang="el-GR" sz="1115" dirty="0"/>
              <a:t>σ</a:t>
            </a:r>
            <a:r>
              <a:rPr lang="en-US" sz="1115" baseline="-25000" dirty="0"/>
              <a:t>T</a:t>
            </a:r>
            <a:r>
              <a:rPr lang="en-US" sz="1115" dirty="0"/>
              <a:t> )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496FD9B-4A12-A624-D8FA-53127FC22E2B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1904002" y="837912"/>
            <a:ext cx="1317753" cy="13891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E438FBB-99EC-58EC-9579-BAB43F239ACF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5475895" y="837912"/>
            <a:ext cx="1866246" cy="4888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60D1242-7EC3-B3BD-E1AB-775D4D8B0A17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2897713" y="394532"/>
            <a:ext cx="679747" cy="1459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7434912-1C3B-F075-F31E-24DFA99FD363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5227880" y="1375167"/>
            <a:ext cx="1822395" cy="12190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BC8949B-CB94-5227-C867-1B430D88ED84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1402080" y="2594196"/>
            <a:ext cx="2135912" cy="103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051A719-42C0-D5C6-3A2B-36B4AFCD6D4F}"/>
              </a:ext>
            </a:extLst>
          </p:cNvPr>
          <p:cNvSpPr txBox="1"/>
          <p:nvPr/>
        </p:nvSpPr>
        <p:spPr>
          <a:xfrm>
            <a:off x="3234355" y="1069524"/>
            <a:ext cx="824612" cy="28533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1254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B6F487BE-7607-1560-8982-964AE0BFAA0A}"/>
              </a:ext>
            </a:extLst>
          </p:cNvPr>
          <p:cNvSpPr/>
          <p:nvPr/>
        </p:nvSpPr>
        <p:spPr>
          <a:xfrm>
            <a:off x="1595665" y="2227567"/>
            <a:ext cx="316896" cy="13329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54">
              <a:noFill/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F82CFC0-9490-C16C-1384-B91BC3AC1E4C}"/>
              </a:ext>
            </a:extLst>
          </p:cNvPr>
          <p:cNvSpPr/>
          <p:nvPr/>
        </p:nvSpPr>
        <p:spPr>
          <a:xfrm>
            <a:off x="7342142" y="1224712"/>
            <a:ext cx="278804" cy="2567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54">
              <a:noFill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20E63A-4E42-5AC0-D38F-64396CFE487B}"/>
              </a:ext>
            </a:extLst>
          </p:cNvPr>
          <p:cNvSpPr txBox="1"/>
          <p:nvPr/>
        </p:nvSpPr>
        <p:spPr>
          <a:xfrm>
            <a:off x="3306986" y="1299943"/>
            <a:ext cx="565495" cy="28533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1254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D38771-6283-57A9-7F8C-CA003A9F6E56}"/>
              </a:ext>
            </a:extLst>
          </p:cNvPr>
          <p:cNvSpPr txBox="1"/>
          <p:nvPr/>
        </p:nvSpPr>
        <p:spPr>
          <a:xfrm>
            <a:off x="8254573" y="1075265"/>
            <a:ext cx="672467" cy="28533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1254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1CEB98-00FB-F525-286E-A98203BC890A}"/>
              </a:ext>
            </a:extLst>
          </p:cNvPr>
          <p:cNvSpPr txBox="1"/>
          <p:nvPr/>
        </p:nvSpPr>
        <p:spPr>
          <a:xfrm>
            <a:off x="331878" y="48985"/>
            <a:ext cx="351378" cy="2639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15" dirty="0"/>
              <a:t>A.)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D492C43-04FB-511D-505B-D3869A499833}"/>
              </a:ext>
            </a:extLst>
          </p:cNvPr>
          <p:cNvSpPr txBox="1"/>
          <p:nvPr/>
        </p:nvSpPr>
        <p:spPr>
          <a:xfrm>
            <a:off x="5418139" y="48985"/>
            <a:ext cx="352981" cy="2639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15" dirty="0"/>
              <a:t>B.)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14F0BD-49D6-DA97-AC77-337BE126FBD7}"/>
              </a:ext>
            </a:extLst>
          </p:cNvPr>
          <p:cNvSpPr txBox="1"/>
          <p:nvPr/>
        </p:nvSpPr>
        <p:spPr>
          <a:xfrm>
            <a:off x="551586" y="3319387"/>
            <a:ext cx="365806" cy="2639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15" dirty="0"/>
              <a:t>C.)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5C8504-0575-0122-50F0-5D2AC0BA155A}"/>
              </a:ext>
            </a:extLst>
          </p:cNvPr>
          <p:cNvSpPr txBox="1"/>
          <p:nvPr/>
        </p:nvSpPr>
        <p:spPr>
          <a:xfrm>
            <a:off x="5164391" y="3319387"/>
            <a:ext cx="364202" cy="2639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15" dirty="0"/>
              <a:t>D.)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C71F19-A8BA-2769-CEBF-DDCBD8A727F2}"/>
              </a:ext>
            </a:extLst>
          </p:cNvPr>
          <p:cNvSpPr txBox="1"/>
          <p:nvPr/>
        </p:nvSpPr>
        <p:spPr>
          <a:xfrm>
            <a:off x="8409055" y="1159685"/>
            <a:ext cx="450823" cy="119048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04DF3B-6F95-36DE-D59B-E9342823B608}"/>
              </a:ext>
            </a:extLst>
          </p:cNvPr>
          <p:cNvSpPr txBox="1"/>
          <p:nvPr/>
        </p:nvSpPr>
        <p:spPr>
          <a:xfrm>
            <a:off x="3278053" y="1046201"/>
            <a:ext cx="450823" cy="119048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727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94</TotalTime>
  <Words>48</Words>
  <Application>Microsoft Office PowerPoint</Application>
  <PresentationFormat>Custom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Carly Middleton</dc:creator>
  <cp:lastModifiedBy>Carly Middleton</cp:lastModifiedBy>
  <cp:revision>8</cp:revision>
  <dcterms:created xsi:type="dcterms:W3CDTF">2026-03-20T21:37:18Z</dcterms:created>
  <dcterms:modified xsi:type="dcterms:W3CDTF">2026-04-10T00:24:50Z</dcterms:modified>
</cp:coreProperties>
</file>