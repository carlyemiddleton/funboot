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1280160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82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748242"/>
            <a:ext cx="9601200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2401359"/>
            <a:ext cx="9601200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010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314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1139828"/>
            <a:ext cx="11041380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3059644"/>
            <a:ext cx="11041380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71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1217083"/>
            <a:ext cx="544068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1217083"/>
            <a:ext cx="544068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24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243419"/>
            <a:ext cx="11041380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8" y="1120777"/>
            <a:ext cx="5415676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8" y="1670050"/>
            <a:ext cx="5415676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0" y="1120777"/>
            <a:ext cx="5442347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0" y="1670050"/>
            <a:ext cx="5442347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6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368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541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9" y="304800"/>
            <a:ext cx="4128849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8" y="658286"/>
            <a:ext cx="6480810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9" y="1371602"/>
            <a:ext cx="4128849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25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9" y="304800"/>
            <a:ext cx="4128849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8" y="658286"/>
            <a:ext cx="6480810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9" y="1371602"/>
            <a:ext cx="4128849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59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304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5" y="243419"/>
            <a:ext cx="2760346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0" y="243419"/>
            <a:ext cx="8121016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709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243419"/>
            <a:ext cx="11041380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1217083"/>
            <a:ext cx="11041380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4237569"/>
            <a:ext cx="288036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6E356-BA57-4FD4-A615-821C48ECCF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4237569"/>
            <a:ext cx="432054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4237569"/>
            <a:ext cx="288036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64CA8-1684-4E85-81F3-F970039A9D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369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8645592-6334-079F-D7F9-B6F0105F9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" y="0"/>
            <a:ext cx="5181601" cy="4572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3B5E08D-D700-DE99-B0F5-C7C01E48D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01" y="0"/>
            <a:ext cx="5181601" cy="4572000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B29CA1-9CD3-3BCC-5322-4815CDA3BA34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908028" y="475965"/>
            <a:ext cx="1283472" cy="2388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F87AB8F-6372-DCF0-C832-E9BE17E35ED3}"/>
              </a:ext>
            </a:extLst>
          </p:cNvPr>
          <p:cNvSpPr txBox="1"/>
          <p:nvPr/>
        </p:nvSpPr>
        <p:spPr>
          <a:xfrm>
            <a:off x="4259493" y="820143"/>
            <a:ext cx="31540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A, B colocalized in tumor</a:t>
            </a:r>
          </a:p>
          <a:p>
            <a:r>
              <a:rPr lang="en-US" sz="1600" dirty="0"/>
              <a:t>(disc kernel radius = </a:t>
            </a:r>
            <a:r>
              <a:rPr lang="el-GR" sz="1600" dirty="0"/>
              <a:t>σ</a:t>
            </a:r>
            <a:r>
              <a:rPr lang="en-US" sz="1600" baseline="-25000" dirty="0"/>
              <a:t>B</a:t>
            </a:r>
            <a:r>
              <a:rPr lang="en-US" sz="1600" dirty="0"/>
              <a:t> or </a:t>
            </a:r>
            <a:r>
              <a:rPr lang="el-GR" sz="1600" dirty="0"/>
              <a:t>σ</a:t>
            </a:r>
            <a:r>
              <a:rPr lang="en-US" sz="1600" baseline="-25000" dirty="0"/>
              <a:t>B</a:t>
            </a:r>
            <a:r>
              <a:rPr lang="en-US" sz="1600" dirty="0"/>
              <a:t> + </a:t>
            </a:r>
            <a:r>
              <a:rPr lang="el-GR" sz="1600" dirty="0"/>
              <a:t>δ</a:t>
            </a:r>
            <a:r>
              <a:rPr lang="en-US" sz="1600" baseline="-25000" dirty="0"/>
              <a:t>B</a:t>
            </a:r>
            <a:r>
              <a:rPr lang="en-US" sz="1600" dirty="0"/>
              <a:t> 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4EF122-6E22-3CF1-E4A0-EBE2478F4B4A}"/>
              </a:ext>
            </a:extLst>
          </p:cNvPr>
          <p:cNvSpPr/>
          <p:nvPr/>
        </p:nvSpPr>
        <p:spPr>
          <a:xfrm>
            <a:off x="1313464" y="1594843"/>
            <a:ext cx="1637414" cy="234625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1F6CE-AE5A-447C-691E-DB1ACBADB963}"/>
              </a:ext>
            </a:extLst>
          </p:cNvPr>
          <p:cNvSpPr/>
          <p:nvPr/>
        </p:nvSpPr>
        <p:spPr>
          <a:xfrm>
            <a:off x="8820081" y="1594849"/>
            <a:ext cx="1998921" cy="1772093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5F035A-68F9-FC9B-D36A-815F9F50274A}"/>
              </a:ext>
            </a:extLst>
          </p:cNvPr>
          <p:cNvSpPr txBox="1"/>
          <p:nvPr/>
        </p:nvSpPr>
        <p:spPr>
          <a:xfrm>
            <a:off x="4769109" y="306688"/>
            <a:ext cx="2138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A, B random in stroma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168BF4-8BC2-9CAB-F73D-06DC1BF4CE41}"/>
              </a:ext>
            </a:extLst>
          </p:cNvPr>
          <p:cNvSpPr txBox="1"/>
          <p:nvPr/>
        </p:nvSpPr>
        <p:spPr>
          <a:xfrm>
            <a:off x="4710513" y="3341989"/>
            <a:ext cx="23499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A, T colocalized in tumor</a:t>
            </a:r>
          </a:p>
          <a:p>
            <a:pPr algn="ctr"/>
            <a:r>
              <a:rPr lang="en-US" sz="1600" dirty="0"/>
              <a:t>(disc kernel radius = </a:t>
            </a:r>
            <a:r>
              <a:rPr lang="el-GR" sz="1600" dirty="0"/>
              <a:t>σ</a:t>
            </a:r>
            <a:r>
              <a:rPr lang="en-US" sz="1600" baseline="-25000" dirty="0"/>
              <a:t>T</a:t>
            </a:r>
            <a:r>
              <a:rPr lang="en-US" sz="1600" dirty="0"/>
              <a:t> 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96FD9B-4A12-A624-D8FA-53127FC22E2B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2325983" y="1112531"/>
            <a:ext cx="1933510" cy="201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E438FBB-99EC-58EC-9579-BAB43F239ACF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7413498" y="1112531"/>
            <a:ext cx="2721102" cy="7221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0D1242-7EC3-B3BD-E1AB-775D4D8B0A17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3752850" y="475965"/>
            <a:ext cx="1016259" cy="2297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434912-1C3B-F075-F31E-24DFA99FD363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7060452" y="1904247"/>
            <a:ext cx="2655048" cy="17301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BC8949B-CB94-5227-C867-1B430D88ED84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1605272" y="3634377"/>
            <a:ext cx="3105241" cy="35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051A719-42C0-D5C6-3A2B-36B4AFCD6D4F}"/>
              </a:ext>
            </a:extLst>
          </p:cNvPr>
          <p:cNvSpPr txBox="1"/>
          <p:nvPr/>
        </p:nvSpPr>
        <p:spPr>
          <a:xfrm>
            <a:off x="4236240" y="1465379"/>
            <a:ext cx="118405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6F487BE-7607-1560-8982-964AE0BFAA0A}"/>
              </a:ext>
            </a:extLst>
          </p:cNvPr>
          <p:cNvSpPr/>
          <p:nvPr/>
        </p:nvSpPr>
        <p:spPr>
          <a:xfrm>
            <a:off x="1883251" y="3128216"/>
            <a:ext cx="455030" cy="19139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F82CFC0-9490-C16C-1384-B91BC3AC1E4C}"/>
              </a:ext>
            </a:extLst>
          </p:cNvPr>
          <p:cNvSpPr/>
          <p:nvPr/>
        </p:nvSpPr>
        <p:spPr>
          <a:xfrm>
            <a:off x="10134600" y="1688221"/>
            <a:ext cx="400334" cy="36869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552727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</TotalTime>
  <Words>40</Words>
  <Application>Microsoft Office PowerPoint</Application>
  <PresentationFormat>Custom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Carly Middleton</dc:creator>
  <cp:lastModifiedBy>Carly Middleton</cp:lastModifiedBy>
  <cp:revision>2</cp:revision>
  <dcterms:created xsi:type="dcterms:W3CDTF">2026-03-20T21:37:18Z</dcterms:created>
  <dcterms:modified xsi:type="dcterms:W3CDTF">2026-03-20T22:13:00Z</dcterms:modified>
</cp:coreProperties>
</file>